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303" r:id="rId3"/>
    <p:sldId id="292" r:id="rId4"/>
    <p:sldId id="312" r:id="rId5"/>
    <p:sldId id="306" r:id="rId6"/>
    <p:sldId id="264" r:id="rId7"/>
    <p:sldId id="315" r:id="rId8"/>
    <p:sldId id="260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59CDE-437F-47F5-94B3-E2CEF7E6FDE9}" v="1" dt="2026-07-16T15:55:52.92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>
        <p:scale>
          <a:sx n="78" d="100"/>
          <a:sy n="78" d="100"/>
        </p:scale>
        <p:origin x="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NDRA KUMAR REDDY POSAM" userId="05b99bafa46f5d4e" providerId="LiveId" clId="{DB274BB6-42BC-486B-8B9E-FC31AEF4CABD}"/>
    <pc:docChg chg="modSld">
      <pc:chgData name="SURENDRA KUMAR REDDY POSAM" userId="05b99bafa46f5d4e" providerId="LiveId" clId="{DB274BB6-42BC-486B-8B9E-FC31AEF4CABD}" dt="2026-07-16T15:55:52.928" v="2" actId="1076"/>
      <pc:docMkLst>
        <pc:docMk/>
      </pc:docMkLst>
      <pc:sldChg chg="modSp mod">
        <pc:chgData name="SURENDRA KUMAR REDDY POSAM" userId="05b99bafa46f5d4e" providerId="LiveId" clId="{DB274BB6-42BC-486B-8B9E-FC31AEF4CABD}" dt="2026-07-16T15:55:52.928" v="2" actId="1076"/>
        <pc:sldMkLst>
          <pc:docMk/>
          <pc:sldMk cId="1146531495" sldId="306"/>
        </pc:sldMkLst>
        <pc:spChg chg="mod">
          <ac:chgData name="SURENDRA KUMAR REDDY POSAM" userId="05b99bafa46f5d4e" providerId="LiveId" clId="{DB274BB6-42BC-486B-8B9E-FC31AEF4CABD}" dt="2026-07-16T15:55:49.785" v="1" actId="1076"/>
          <ac:spMkLst>
            <pc:docMk/>
            <pc:sldMk cId="1146531495" sldId="306"/>
            <ac:spMk id="2" creationId="{4116BB49-40E7-BFA8-A16A-D9251D755791}"/>
          </ac:spMkLst>
        </pc:spChg>
        <pc:spChg chg="mod">
          <ac:chgData name="SURENDRA KUMAR REDDY POSAM" userId="05b99bafa46f5d4e" providerId="LiveId" clId="{DB274BB6-42BC-486B-8B9E-FC31AEF4CABD}" dt="2026-07-16T15:55:52.928" v="2" actId="1076"/>
          <ac:spMkLst>
            <pc:docMk/>
            <pc:sldMk cId="1146531495" sldId="306"/>
            <ac:spMk id="7" creationId="{2A28C3B3-1857-A78E-4274-1B4914B7D5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0BE2D-ED98-4575-94C3-74FD3E97F42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948F-4DC2-48B6-A5F6-38342A4BA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2b4526a9a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6" name="Google Shape;126;g382b4526a9a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8FC8-F22D-FE62-F50E-790F95D1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D97C3-A51B-E88E-5351-8C1227AB7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DC83-7D83-7B9F-DC93-875C7469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100EE-E4F3-4324-879C-EC1368065B39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D432-DC45-0757-11D8-84B6CEC7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EFCB-5399-90FD-8953-36F72C6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D0FD-DFD6-3A6D-C8B4-CF98138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E80-2D3F-5EFA-C9B3-48F72B46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DA04-6747-B068-A676-A09653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28E6-63EA-4FD2-ADCE-A1CA96953001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74E0-132B-13DF-C688-94D0D2EB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58A0-F397-96CE-413F-12EE5D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0FF-AD2A-A14A-7D11-238E8E14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94DDD-CA94-1117-C2A0-E47CD6F9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030A-67C3-080A-49FE-967A67E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9916-65AA-4FD6-8FAE-703ED2911D1E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72CE-9771-12EF-6FBC-DCE67013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E1A7-F7F5-6652-E86A-E2C0FCC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0D78-38EB-F69C-2035-0E8A0BB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0786-C25B-7934-BE12-57924B0A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04EB-6A6E-64CE-6D08-A96B54377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AAB3-FAE2-C352-0DB6-08E5DC1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B466D-DF49-4BD8-9CC9-80BA3A154F8F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4A34-5708-2512-3D6B-7D9087E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C9CF-E1CB-EC75-7E77-DB7854A6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A1C-60AA-C806-B3CA-2BD237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4F1A-A513-347D-38E7-BF37E5D9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48FD-5DED-82A6-8BAC-0CD7CD194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FC93B-C1AF-8B98-6391-22F9CF24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7DED-12D2-63C1-8698-6F215C57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657CA-9239-6BA3-93D6-F1D23A5C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F650-2322-45B7-A74F-548BE2DDEAE1}" type="datetime1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BAE0-5344-32B1-CF66-686D9C6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8E71-6644-B0B7-0CAA-A208061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45F-E401-2F2B-87CB-AD78FB6D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3BF37-4325-B942-ADA0-CDDD1E0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72CE-AF51-4DDA-BF2D-C5282CDA38DD}" type="datetime1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49CF3-2A9D-C97A-5DF9-4659EF9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EC7A-DECF-0C41-88E1-61F409F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12061-6F16-628D-EB83-639603EA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5DE2-28D4-4DC3-9E09-8E7414EBA005}" type="datetime1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23DB-DD08-CADB-C2FE-13BE22FE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5B9E-1054-8BDA-3F26-D3751E1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9369-FD04-3571-F601-057D807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1F86-C013-0A35-61C8-6DD03F23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DC90E-3EBC-2557-CFDD-A4A8F2A2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D388-862E-8E6D-4CA2-9BCA954A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4134-819B-4685-9035-C4A7A62A0712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975F-A208-8978-BA09-AAC44987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0D4-D202-CFC1-8C6D-3E89AF10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1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DD26-06D5-F5F3-6708-C8A4268B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5FBB6-B888-B536-F92B-DE577909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308-2FB2-583E-1336-C9344EC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6C97-D711-04C1-B797-E9453644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15D0-7EB7-40CF-83DF-09EE3E188D31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E349-4152-A050-DB15-10806DA0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18B7-5EF5-1B1B-1D35-4D768328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4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295-692D-42E5-9F59-DD79A9C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9F344-56D9-E3EB-6919-972FFB26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E289-A81F-7611-E90B-D1A4C08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5703-4D68-4F77-B787-7C136449F3D3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B38A-5609-E72E-9856-55BB564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38C5-2C8B-BFA1-665B-9E1C6DCC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684ED-F7C9-4D0E-7567-51E7385D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4335C-6AE9-9C31-FABC-7B85AA4E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EA0A-CF68-9B44-4B8C-FEC5067A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C16EE-20EA-46A4-B115-8F7E6E2BB8E2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123-9EE0-0D16-9D8A-1461FB1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0494-BD1F-73D6-9CAD-D5CF8C5B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6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318" y="104799"/>
            <a:ext cx="11965369" cy="656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20004" y="1774317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20004" y="4090368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720004" y="2436315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20004" y="4752367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5800" y="873067"/>
            <a:ext cx="11431600" cy="8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34" y="262234"/>
            <a:ext cx="11526669" cy="41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80C5-D524-B95D-B3BE-6A81E033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23D4-F343-AB2C-A3F3-F9AF43AA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C8F0-CBB5-A55F-182B-C9586155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69BA2-FF0C-4318-94F4-25A865A650E2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ADA4-895D-8499-E54C-13470D3E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94AD-A2DC-534A-5D4A-2C100B29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26" y="1425989"/>
            <a:ext cx="10874925" cy="225135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Cloud Networking Through the OSI Architecture</a:t>
            </a:r>
            <a:br>
              <a:rPr lang="en-US" sz="2800" dirty="0">
                <a:latin typeface="Times New Roman" panose="02020603050405020304" pitchFamily="18" charset="0"/>
              </a:rPr>
            </a:br>
            <a:br>
              <a:rPr lang="en-US" sz="2500" b="1" dirty="0">
                <a:latin typeface="Times New Roman"/>
                <a:cs typeface="Times New Roman"/>
              </a:rPr>
            </a:br>
            <a:r>
              <a:rPr lang="en-IN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CSA0704-COMPUTER NETWORKS</a:t>
            </a:r>
            <a:endParaRPr lang="en-IN" sz="2500" b="1" dirty="0">
              <a:latin typeface="Times New Roman"/>
              <a:cs typeface="Times New Roman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595247" y="4362786"/>
            <a:ext cx="538352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Jesu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Jayarin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6618657" y="4224287"/>
            <a:ext cx="537238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dirty="0">
                <a:latin typeface="Times New Roman"/>
                <a:cs typeface="Times New Roman"/>
              </a:rPr>
              <a:t>P Surendra Kumar Reddy(192425224</a:t>
            </a: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3207F5-367E-D7CB-B2C8-B3E203E4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D4534-C93B-AFF1-1C32-AB020A844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180" y="2680436"/>
            <a:ext cx="10114905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connects computers and devices over the internet.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users to access applications, storage, and services from anywhere.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helps explain how data travels through the network.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include AWS, Microsoft Azure, and Google Cloud.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C3865-CD8D-0C44-37BF-57C70F38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D2679-B1BF-4E75-25FB-D1B1D72F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7E4B5-1DD7-D612-0FBA-E4531592FF23}"/>
              </a:ext>
            </a:extLst>
          </p:cNvPr>
          <p:cNvSpPr txBox="1"/>
          <p:nvPr/>
        </p:nvSpPr>
        <p:spPr>
          <a:xfrm>
            <a:off x="1355270" y="352322"/>
            <a:ext cx="9587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NETWORKING?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E903E5-3FD0-8094-473B-C7AB0DF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FD2F72-46F7-0094-5E70-F51A9905D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6" y="1790874"/>
            <a:ext cx="1035416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internet-based infrastructure.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on-demand computing resources.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file storage, virtual machines, databases, and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scalability and flexibility.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OneDrive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Dropbox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1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3AC6-7208-AE5C-807F-2667BBE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64EB-18BD-2729-5E87-F8E11A2B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934" y="313199"/>
            <a:ext cx="8875052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OSI MODEL?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9532506-187B-45A4-3F3B-1FA7FD3742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278D1E0-2455-4189-1413-AD7BAEC7D9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D7CCC-081C-CA48-C34E-73824B63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5422DF-033E-5FBF-71B5-19A16F882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115450"/>
              </p:ext>
            </p:extLst>
          </p:nvPr>
        </p:nvGraphicFramePr>
        <p:xfrm>
          <a:off x="729769" y="1836964"/>
          <a:ext cx="10904338" cy="44568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452169">
                  <a:extLst>
                    <a:ext uri="{9D8B030D-6E8A-4147-A177-3AD203B41FA5}">
                      <a16:colId xmlns:a16="http://schemas.microsoft.com/office/drawing/2014/main" val="2368006880"/>
                    </a:ext>
                  </a:extLst>
                </a:gridCol>
                <a:gridCol w="5452169">
                  <a:extLst>
                    <a:ext uri="{9D8B030D-6E8A-4147-A177-3AD203B41FA5}">
                      <a16:colId xmlns:a16="http://schemas.microsoft.com/office/drawing/2014/main" val="2450252171"/>
                    </a:ext>
                  </a:extLst>
                </a:gridCol>
              </a:tblGrid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Layer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Function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252353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Application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 services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243042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Presentation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formatting &amp; encryption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196902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Session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Session management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379990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Transport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Reliable data delivery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58600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Network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Routing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403995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Link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Error detection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571443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Physical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 transmission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80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04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F806-1B06-B0BF-578A-1209BA89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BAEA03-84CF-9922-7C9C-E2C723BE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1B738-1440-4584-7819-D747BCE5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16BB49-40E7-BFA8-A16A-D9251D755791}"/>
              </a:ext>
            </a:extLst>
          </p:cNvPr>
          <p:cNvSpPr txBox="1"/>
          <p:nvPr/>
        </p:nvSpPr>
        <p:spPr>
          <a:xfrm>
            <a:off x="1329427" y="208393"/>
            <a:ext cx="9072962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LAYERS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901B7-02D3-09C6-A39A-3EFFAB96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A28C3B3-1857-A78E-4274-1B4914B7D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365" y="2150645"/>
            <a:ext cx="9304024" cy="3914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apps (Google Drive, Gmail)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Encrypts and compresses data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communication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 ensures reliable delivery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routing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detection using MAC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data through cables/Wi-Fi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53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726894" y="435558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5167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676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9C4F1C-B003-4B11-3EB0-9E9DE147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D62E0-0C94-2B7E-E1D7-CE0ECF41D825}"/>
              </a:ext>
            </a:extLst>
          </p:cNvPr>
          <p:cNvSpPr txBox="1"/>
          <p:nvPr/>
        </p:nvSpPr>
        <p:spPr>
          <a:xfrm>
            <a:off x="1592035" y="2131289"/>
            <a:ext cx="820510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access from anywhere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transmission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0AFD8-5112-696F-432D-D4CB8D2C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C9883C-A1F7-F88E-C1B3-00C68A60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372185-0D23-9A06-C732-2872B31D5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BA550-D520-AE9B-AB6A-90494E508800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APPLICATIONS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7FD34-BAAE-F911-512A-1CD81302918F}"/>
              </a:ext>
            </a:extLst>
          </p:cNvPr>
          <p:cNvSpPr txBox="1"/>
          <p:nvPr/>
        </p:nvSpPr>
        <p:spPr>
          <a:xfrm>
            <a:off x="1911762" y="2114074"/>
            <a:ext cx="8137307" cy="38928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 Web Services (AWS)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Teams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7DAB99-28CC-F95F-4797-95BD60BC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6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ctrTitle"/>
          </p:nvPr>
        </p:nvSpPr>
        <p:spPr>
          <a:xfrm>
            <a:off x="1255400" y="246243"/>
            <a:ext cx="9681200" cy="119086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-1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33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9E68E-ADEF-774C-1CD6-F6FB3CA1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854B32-D4FD-D8A1-2B40-746BB62ED20F}"/>
              </a:ext>
            </a:extLst>
          </p:cNvPr>
          <p:cNvSpPr txBox="1"/>
          <p:nvPr/>
        </p:nvSpPr>
        <p:spPr>
          <a:xfrm>
            <a:off x="1363357" y="2502804"/>
            <a:ext cx="9040744" cy="33499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enables efficient internet-based communication.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helps understand how data travels reliably.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cloud computing with the OSI model improves scalability, security, and performance.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will continue to play a major role in future technologies.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16B85-BD75-C56B-9DCA-78AE0ABA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8760E-7C41-B5D6-5AEC-5BF95022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3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396</TotalTime>
  <Words>282</Words>
  <Application>Microsoft Office PowerPoint</Application>
  <PresentationFormat>Widescreen</PresentationFormat>
  <Paragraphs>72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Raleway</vt:lpstr>
      <vt:lpstr>Times</vt:lpstr>
      <vt:lpstr>Times New Roman</vt:lpstr>
      <vt:lpstr>VT323</vt:lpstr>
      <vt:lpstr>Wingdings</vt:lpstr>
      <vt:lpstr>Office Theme</vt:lpstr>
      <vt:lpstr>Cloud Networking Through the OSI Architecture  CSA0704-COMPUTER NETWORKS</vt:lpstr>
      <vt:lpstr>INTRODUCTION</vt:lpstr>
      <vt:lpstr>PowerPoint Presentation</vt:lpstr>
      <vt:lpstr>WHAT IS THE OSI MODEL?</vt:lpstr>
      <vt:lpstr>PowerPoint Presentation</vt:lpstr>
      <vt:lpstr>ADVANTAGES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SURENDRA KUMAR REDDY POSAM</cp:lastModifiedBy>
  <cp:revision>12</cp:revision>
  <dcterms:created xsi:type="dcterms:W3CDTF">2025-11-04T04:14:07Z</dcterms:created>
  <dcterms:modified xsi:type="dcterms:W3CDTF">2026-07-16T15:55:54Z</dcterms:modified>
</cp:coreProperties>
</file>